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94A6-B52D-9636-9CF2-6CC379ADC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4CCB9-F822-242F-EC24-F3ECFFE4A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C11AC-78EE-1DAB-567B-C4829F28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25446-9694-C96A-D744-EC549D4C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F8A02-ED76-A398-13E5-333F3CA7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005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3805-5D69-35D0-6156-922F96A2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D53C2-E034-C929-2F80-109562E95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A9F98-8DE2-0729-7C06-5B43525C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A190A-DEE8-3882-2373-DE1915639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2A872-1B26-3D75-D930-87020539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864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C887-4B31-49E3-730F-15299D74E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6EE9A-174A-3838-93DF-777F9F7E0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EE0E-2DDD-939C-2C4D-0AADA2EA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9F2D3-1B42-AF3B-ED4F-39D8C2614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6D4AA-0CEC-F5C3-2D6D-974239BD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315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8325-DB24-A74C-DD46-97E6FF10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59CE5-F6EC-FA3A-2A51-53578AE5F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2D2918-8EA3-B606-35C7-466C58CF3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46E61-FB29-4CDA-BEF3-52532C7F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1B84D-E60E-EA70-7802-BE44ADC2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AF724-A806-DAD9-11B3-297B3140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410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C833-3755-75AF-0639-74997A6A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08744-BA2F-A358-4F50-5F2D4C57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D23C3-81E9-8F72-CE6B-5E3846298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C06FC-3DCC-1B56-7D80-C93CF5F25C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F01088-7356-97AF-8BD1-A0589364D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C0AE4-10C0-B421-14CA-A2C08F31A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C47F6-0389-5298-41EE-44E3B245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6B44E-24AC-8CE9-537D-996D9EB8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93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D36C-1A84-1D2A-472D-AED2E42A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6648D-06D2-E353-A068-C18F931AD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EEEB0-E340-E3CA-DCDC-592194BF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BB5ED-87EE-2174-FCC8-40AFD6A6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2280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97E61-24BA-E4ED-8D94-6143550E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95E5E6-6F9B-1B1A-5A55-A3FA9036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AD9BA-B53E-3B9F-2E03-01C0124D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126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8657-A342-CD39-A7CD-830A1ACF1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339E6-3659-2E30-434A-CE4149FA3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763A1-B6E6-6803-34A1-AE58B34A9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D520B-21C0-EF16-6578-18E9DF2E3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8A821-7B24-79E3-86BE-0A05C1D2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68D11-A40A-B8ED-E74A-3B6ECF70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509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647E-29FD-ACA1-1246-EC2FB635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9AB63-00F6-ED8B-86DC-162F217BE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63950-1038-A6D6-8DD7-713C65E25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240C4-77AE-F919-4623-649E4D0E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1C1B4-97B3-5765-BF09-02C82571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F2FD3-EA8D-D2D1-AED2-5DA949CE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527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8AD2C-4353-E09B-9FCE-D23B17804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578E1-AB18-37DE-1173-1B91F5217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8AA39-55A3-F1E5-16D3-3DF6A94B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4534B-6F01-B51B-4368-13B7F75D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EF67D-7D6A-3D01-0886-CE76A785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6395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F13733-BC07-7CCB-E282-6870EB120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4D386-3E4D-DAAA-F84B-5D540A077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885F-9AAE-FA19-F589-94EC7C1D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702E0-392C-B186-29DC-983A1303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46188-07CB-65A3-5E8B-C8AD9D76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475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979D4-5BFA-05C3-8691-316D48B5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84FEC-1345-7EEF-B032-543898DE8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FAB3A-8789-9624-6C26-41DF8F21D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36954-D062-4D02-998F-0F9D2BD73385}" type="datetimeFigureOut">
              <a:rPr lang="en-CA" smtClean="0"/>
              <a:t>2025-11-27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D0CBA-BE65-FE3A-4E7D-B62B11FD8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40619-3CA1-A62C-C3C8-23D61983A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4FDAA-4703-4B63-B6FF-A912E3C1269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401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14E4-E229-6F5F-26DB-7C545FEF7B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Adaptive Traffic Signal Control Using 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970603-C481-B6F1-DEA2-6072EF72C9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By Akshat Jhawar</a:t>
            </a:r>
          </a:p>
        </p:txBody>
      </p:sp>
    </p:spTree>
    <p:extLst>
      <p:ext uri="{BB962C8B-B14F-4D97-AF65-F5344CB8AC3E}">
        <p14:creationId xmlns:p14="http://schemas.microsoft.com/office/powerpoint/2010/main" val="262033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AF04F-BC68-3794-1548-0F38165E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21DF-833B-E960-40B3-D335A4B35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We will cover:</a:t>
            </a:r>
          </a:p>
          <a:p>
            <a:endParaRPr lang="en-CA" dirty="0"/>
          </a:p>
          <a:p>
            <a:r>
              <a:rPr lang="en-CA" dirty="0"/>
              <a:t>Brief recap of problem</a:t>
            </a:r>
          </a:p>
          <a:p>
            <a:r>
              <a:rPr lang="en-CA" dirty="0"/>
              <a:t>Algorithms implemented</a:t>
            </a:r>
          </a:p>
          <a:p>
            <a:r>
              <a:rPr lang="en-CA" dirty="0"/>
              <a:t>Performance metrics comparison</a:t>
            </a:r>
          </a:p>
          <a:p>
            <a:r>
              <a:rPr lang="en-CA" dirty="0"/>
              <a:t>Analysis of results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7197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B407-4840-FD45-7FF7-63A3AC24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8CD7-C63A-EF24-7190-88F2416B4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 implement and compare reinforcement learning algorithms (Q-Learning, SARSA, DQN) for managing traffic signals at a 4-way intersection, with focus on minimizing delay.</a:t>
            </a:r>
          </a:p>
        </p:txBody>
      </p:sp>
    </p:spTree>
    <p:extLst>
      <p:ext uri="{BB962C8B-B14F-4D97-AF65-F5344CB8AC3E}">
        <p14:creationId xmlns:p14="http://schemas.microsoft.com/office/powerpoint/2010/main" val="97550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324F-8676-09EC-90B3-670641F78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4114-A273-96F1-B785-A6B03B057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Custom gym environment (</a:t>
            </a:r>
            <a:r>
              <a:rPr lang="en-CA" dirty="0" err="1"/>
              <a:t>TrafficInstersectionEnv</a:t>
            </a:r>
            <a:r>
              <a:rPr lang="en-CA" dirty="0"/>
              <a:t>)</a:t>
            </a:r>
          </a:p>
          <a:p>
            <a:r>
              <a:rPr lang="en-CA" dirty="0"/>
              <a:t>Includes cars and pedestrians from 4 directions</a:t>
            </a:r>
          </a:p>
          <a:p>
            <a:r>
              <a:rPr lang="en-CA" dirty="0"/>
              <a:t>Actions: GREEN_NS, YELLOW_NS, GREEN_EW, YELLOW_EW</a:t>
            </a:r>
          </a:p>
          <a:p>
            <a:r>
              <a:rPr lang="en-CA" dirty="0"/>
              <a:t>Rewards penalize delay and frequent signal switching</a:t>
            </a:r>
          </a:p>
          <a:p>
            <a:r>
              <a:rPr lang="en-CA" dirty="0"/>
              <a:t>Observations included queue length and wait time</a:t>
            </a:r>
          </a:p>
        </p:txBody>
      </p:sp>
    </p:spTree>
    <p:extLst>
      <p:ext uri="{BB962C8B-B14F-4D97-AF65-F5344CB8AC3E}">
        <p14:creationId xmlns:p14="http://schemas.microsoft.com/office/powerpoint/2010/main" val="229282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8AB8-714D-D175-6DE3-F9333A34A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Implemented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D7BBB-42C6-BAB6-9841-B401637D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Q-Learning</a:t>
            </a:r>
          </a:p>
          <a:p>
            <a:pPr lvl="1"/>
            <a:r>
              <a:rPr lang="en-CA" dirty="0"/>
              <a:t>Tabular method</a:t>
            </a:r>
          </a:p>
          <a:p>
            <a:pPr lvl="1"/>
            <a:r>
              <a:rPr lang="en-CA" dirty="0"/>
              <a:t>Off-policy; Learns optimal policy via epsilon-greedy exploration</a:t>
            </a:r>
          </a:p>
          <a:p>
            <a:r>
              <a:rPr lang="en-CA" dirty="0"/>
              <a:t>SARSA</a:t>
            </a:r>
          </a:p>
          <a:p>
            <a:pPr lvl="1"/>
            <a:r>
              <a:rPr lang="en-CA" dirty="0"/>
              <a:t>Tabular on-policy agent</a:t>
            </a:r>
          </a:p>
          <a:p>
            <a:pPr lvl="1"/>
            <a:r>
              <a:rPr lang="en-CA" dirty="0"/>
              <a:t>Updates using action taken</a:t>
            </a:r>
          </a:p>
          <a:p>
            <a:r>
              <a:rPr lang="en-CA" dirty="0"/>
              <a:t>DQN</a:t>
            </a:r>
          </a:p>
          <a:p>
            <a:pPr lvl="1"/>
            <a:r>
              <a:rPr lang="en-CA" dirty="0"/>
              <a:t>Deep Q-Network with experience replay</a:t>
            </a:r>
          </a:p>
          <a:p>
            <a:pPr lvl="1"/>
            <a:r>
              <a:rPr lang="en-CA" dirty="0"/>
              <a:t>Utilizes a neural network to approximate the Q-function</a:t>
            </a:r>
          </a:p>
          <a:p>
            <a:r>
              <a:rPr lang="en-CA" dirty="0"/>
              <a:t>Fixed-time baseline</a:t>
            </a:r>
          </a:p>
          <a:p>
            <a:pPr lvl="1"/>
            <a:r>
              <a:rPr lang="en-CA" dirty="0"/>
              <a:t>Non-RL reference agent with static signal intervals</a:t>
            </a:r>
          </a:p>
        </p:txBody>
      </p:sp>
    </p:spTree>
    <p:extLst>
      <p:ext uri="{BB962C8B-B14F-4D97-AF65-F5344CB8AC3E}">
        <p14:creationId xmlns:p14="http://schemas.microsoft.com/office/powerpoint/2010/main" val="535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C417-547A-2C45-2F94-1E551322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Common Environment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49862-6FC4-A2EF-44E1-4EB0500D3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Environment: Custom Gym intersection simulator with:</a:t>
            </a:r>
          </a:p>
          <a:p>
            <a:pPr lvl="1"/>
            <a:r>
              <a:rPr lang="en-CA" dirty="0"/>
              <a:t>2-phase traffic light system (NS-EW)</a:t>
            </a:r>
          </a:p>
          <a:p>
            <a:pPr lvl="1"/>
            <a:r>
              <a:rPr lang="en-CA" dirty="0"/>
              <a:t>Cars and pedestrians arriving from all 4 directions</a:t>
            </a:r>
          </a:p>
          <a:p>
            <a:r>
              <a:rPr lang="en-CA" dirty="0"/>
              <a:t>Metrics tracked per episode:</a:t>
            </a:r>
          </a:p>
          <a:p>
            <a:pPr lvl="1"/>
            <a:r>
              <a:rPr lang="en-CA" dirty="0"/>
              <a:t>Total reward</a:t>
            </a:r>
          </a:p>
          <a:p>
            <a:pPr lvl="1"/>
            <a:r>
              <a:rPr lang="en-CA" dirty="0"/>
              <a:t>Average car wait time</a:t>
            </a:r>
          </a:p>
          <a:p>
            <a:pPr lvl="1"/>
            <a:r>
              <a:rPr lang="en-CA" dirty="0"/>
              <a:t>Average pedestrian wait time</a:t>
            </a:r>
          </a:p>
          <a:p>
            <a:pPr lvl="1"/>
            <a:r>
              <a:rPr lang="en-CA" dirty="0"/>
              <a:t>Number of signal switches</a:t>
            </a:r>
          </a:p>
        </p:txBody>
      </p:sp>
    </p:spTree>
    <p:extLst>
      <p:ext uri="{BB962C8B-B14F-4D97-AF65-F5344CB8AC3E}">
        <p14:creationId xmlns:p14="http://schemas.microsoft.com/office/powerpoint/2010/main" val="7705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D772-68E3-EFFC-691F-AC3AA1505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Training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91CCD-9237-BC0B-CC4C-1E04EFDBD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Episodes per agent: 600</a:t>
            </a:r>
          </a:p>
          <a:p>
            <a:r>
              <a:rPr lang="en-CA" dirty="0"/>
              <a:t>Steps per episode: 200</a:t>
            </a:r>
          </a:p>
          <a:p>
            <a:r>
              <a:rPr lang="en-CA" dirty="0"/>
              <a:t>Consistent hyperparameters across all agents (learning rate, gamma, epsilon)</a:t>
            </a:r>
          </a:p>
          <a:p>
            <a:r>
              <a:rPr lang="en-CA" dirty="0"/>
              <a:t>JSON-based logging and visualizations with Matplotlib</a:t>
            </a:r>
          </a:p>
        </p:txBody>
      </p:sp>
    </p:spTree>
    <p:extLst>
      <p:ext uri="{BB962C8B-B14F-4D97-AF65-F5344CB8AC3E}">
        <p14:creationId xmlns:p14="http://schemas.microsoft.com/office/powerpoint/2010/main" val="209193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07C4-3E5D-34AD-28CC-2BB7C221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Reward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C4435-71C9-57B8-D774-E3645213F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Though it was decided to just have negative rewards, RL agents performed much better when positive incentives were added</a:t>
            </a:r>
          </a:p>
          <a:p>
            <a:r>
              <a:rPr lang="en-CA" dirty="0"/>
              <a:t>The current reward function is (for each step)-</a:t>
            </a:r>
          </a:p>
          <a:p>
            <a:pPr lvl="1"/>
            <a:r>
              <a:rPr lang="en-CA" dirty="0"/>
              <a:t>-1 per car in waiting</a:t>
            </a:r>
          </a:p>
          <a:p>
            <a:pPr lvl="1"/>
            <a:r>
              <a:rPr lang="en-CA" dirty="0"/>
              <a:t>-0.5 per pedestrian in waiting</a:t>
            </a:r>
          </a:p>
          <a:p>
            <a:pPr lvl="1"/>
            <a:r>
              <a:rPr lang="en-CA" dirty="0"/>
              <a:t>-10 for switching before minimum duration</a:t>
            </a:r>
          </a:p>
          <a:p>
            <a:pPr lvl="1"/>
            <a:r>
              <a:rPr lang="en-CA" dirty="0"/>
              <a:t>+2 per car that crosses</a:t>
            </a:r>
          </a:p>
          <a:p>
            <a:pPr lvl="1"/>
            <a:r>
              <a:rPr lang="en-CA" dirty="0"/>
              <a:t>+1 per pedestrian that crosses</a:t>
            </a:r>
          </a:p>
          <a:p>
            <a:pPr lvl="1"/>
            <a:r>
              <a:rPr lang="en-CA" dirty="0"/>
              <a:t>-5 for switching signals (to reduce frequent switching)</a:t>
            </a:r>
          </a:p>
          <a:p>
            <a:pPr lvl="1"/>
            <a:r>
              <a:rPr lang="en-CA" dirty="0"/>
              <a:t>+5 as bonus if all car queue lengths are below 3</a:t>
            </a:r>
          </a:p>
          <a:p>
            <a:pPr lvl="1"/>
            <a:r>
              <a:rPr lang="en-CA" dirty="0"/>
              <a:t>-10 if any car queue is above 7</a:t>
            </a:r>
          </a:p>
        </p:txBody>
      </p:sp>
    </p:spTree>
    <p:extLst>
      <p:ext uri="{BB962C8B-B14F-4D97-AF65-F5344CB8AC3E}">
        <p14:creationId xmlns:p14="http://schemas.microsoft.com/office/powerpoint/2010/main" val="355357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538C-2395-3A49-C489-55F2CAE4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Performance Metrics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D4422-953A-42B5-12FD-46BDE1357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Total reward per episode</a:t>
            </a:r>
          </a:p>
          <a:p>
            <a:pPr lvl="1"/>
            <a:r>
              <a:rPr lang="en-CA" dirty="0"/>
              <a:t>RL agents consistently outperformed the fixed-time controller after learning converged</a:t>
            </a:r>
          </a:p>
          <a:p>
            <a:pPr lvl="1"/>
            <a:r>
              <a:rPr lang="en-CA" dirty="0"/>
              <a:t>Though all agents were close, DQN seemed to be the one with the smoothest curve</a:t>
            </a:r>
          </a:p>
          <a:p>
            <a:r>
              <a:rPr lang="en-CA" dirty="0"/>
              <a:t>Average Car wait time</a:t>
            </a:r>
          </a:p>
          <a:p>
            <a:pPr lvl="1"/>
            <a:r>
              <a:rPr lang="en-CA" dirty="0"/>
              <a:t>Significant reduction in wait times for RL agents</a:t>
            </a:r>
          </a:p>
          <a:p>
            <a:pPr lvl="1"/>
            <a:r>
              <a:rPr lang="en-CA" dirty="0"/>
              <a:t>Fixed-time agent had higher wait times</a:t>
            </a:r>
          </a:p>
          <a:p>
            <a:r>
              <a:rPr lang="en-CA" dirty="0"/>
              <a:t>Average Pedestrian Wait time</a:t>
            </a:r>
          </a:p>
          <a:p>
            <a:pPr lvl="1"/>
            <a:r>
              <a:rPr lang="en-CA" dirty="0"/>
              <a:t>RL agents were significantly better in pedestrian wait time as well</a:t>
            </a:r>
          </a:p>
          <a:p>
            <a:r>
              <a:rPr lang="en-CA" dirty="0"/>
              <a:t>Number of signal switches</a:t>
            </a:r>
          </a:p>
          <a:p>
            <a:pPr lvl="1"/>
            <a:r>
              <a:rPr lang="en-CA" dirty="0"/>
              <a:t>RL agents had higher switches, likely handling </a:t>
            </a:r>
            <a:r>
              <a:rPr lang="en-CA" dirty="0" err="1"/>
              <a:t>tradeoff</a:t>
            </a:r>
            <a:r>
              <a:rPr lang="en-CA" dirty="0"/>
              <a:t> better than fixed-agent</a:t>
            </a:r>
          </a:p>
        </p:txBody>
      </p:sp>
    </p:spTree>
    <p:extLst>
      <p:ext uri="{BB962C8B-B14F-4D97-AF65-F5344CB8AC3E}">
        <p14:creationId xmlns:p14="http://schemas.microsoft.com/office/powerpoint/2010/main" val="362157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A6CEF5-D948-F4CE-919D-8FB18D83B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276" y="264731"/>
            <a:ext cx="5967179" cy="3371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2AC43-83EA-472A-3C7E-F5DF6F18C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903" y="412416"/>
            <a:ext cx="6187113" cy="3371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36A1F6-74A4-3F90-9588-84F3773FBE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1671"/>
            <a:ext cx="5916903" cy="3226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D9D023-0D83-3B27-6B72-CA99E2CE05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903" y="3687059"/>
            <a:ext cx="6319122" cy="312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14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BFD9458-3ACB-2BB1-CA55-E27A9CAAC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525"/>
            <a:ext cx="6334812" cy="342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632492-7421-AB3A-81AE-5062BA957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964" y="157894"/>
            <a:ext cx="5791211" cy="35256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6668A3-A8AB-230B-E21D-07BBA6403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6928"/>
            <a:ext cx="6419654" cy="29258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2F3FA2-292D-8185-56AA-236C6915EA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812" y="3355351"/>
            <a:ext cx="579121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0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B824-422D-A856-F1D4-073C03CB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A20B-85E8-C98B-430A-2508D54A6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dirty="0"/>
              <a:t>Rewards</a:t>
            </a:r>
          </a:p>
          <a:p>
            <a:pPr lvl="1"/>
            <a:r>
              <a:rPr lang="en-CA" dirty="0"/>
              <a:t>All RL agents were significantly better than the baseline fixed-timer</a:t>
            </a:r>
          </a:p>
          <a:p>
            <a:pPr lvl="1"/>
            <a:r>
              <a:rPr lang="en-CA" dirty="0"/>
              <a:t>DQN was the quickest and smoothest, while SARSA seems a bit more stable than Q-Learning</a:t>
            </a:r>
          </a:p>
          <a:p>
            <a:r>
              <a:rPr lang="en-CA" dirty="0"/>
              <a:t>Car Wait Time</a:t>
            </a:r>
          </a:p>
          <a:p>
            <a:pPr lvl="1"/>
            <a:r>
              <a:rPr lang="en-CA" dirty="0"/>
              <a:t>All RL agents had much lower wait times</a:t>
            </a:r>
          </a:p>
          <a:p>
            <a:pPr lvl="1"/>
            <a:r>
              <a:rPr lang="en-CA" dirty="0"/>
              <a:t>DQN was once again the best, with SARSA looking better than Q-Learning</a:t>
            </a:r>
          </a:p>
          <a:p>
            <a:r>
              <a:rPr lang="en-CA" dirty="0"/>
              <a:t>Pedestrian Wait Time</a:t>
            </a:r>
          </a:p>
          <a:p>
            <a:pPr lvl="1"/>
            <a:r>
              <a:rPr lang="en-CA" dirty="0"/>
              <a:t>Fixed-timer remained the worst, and DQN remained the best</a:t>
            </a:r>
          </a:p>
          <a:p>
            <a:pPr lvl="1"/>
            <a:r>
              <a:rPr lang="en-CA" dirty="0"/>
              <a:t>Q-Learning here looks better than SARSA</a:t>
            </a:r>
          </a:p>
          <a:p>
            <a:r>
              <a:rPr lang="en-CA" dirty="0"/>
              <a:t>Signal Switches</a:t>
            </a:r>
          </a:p>
          <a:p>
            <a:pPr lvl="1"/>
            <a:r>
              <a:rPr lang="en-CA" dirty="0"/>
              <a:t>All RL agents choose to switch a lot more than the fixed baseline</a:t>
            </a:r>
          </a:p>
          <a:p>
            <a:pPr lvl="1"/>
            <a:r>
              <a:rPr lang="en-CA" dirty="0"/>
              <a:t>DQN here looked the most variable while Q-Learning the least. This could be because DQN reacted differently to different traffic situations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423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507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Adaptive Traffic Signal Control Using RL</vt:lpstr>
      <vt:lpstr>Agenda</vt:lpstr>
      <vt:lpstr>Objective</vt:lpstr>
      <vt:lpstr>Environment</vt:lpstr>
      <vt:lpstr>Implemented Agents</vt:lpstr>
      <vt:lpstr>Common Environment Settings</vt:lpstr>
      <vt:lpstr>Training Details</vt:lpstr>
      <vt:lpstr>Reward Shaping</vt:lpstr>
      <vt:lpstr>Performance Metrics Comparison</vt:lpstr>
      <vt:lpstr>PowerPoint Presentation</vt:lpstr>
      <vt:lpstr>PowerPoint Presentation</vt:lpstr>
      <vt:lpstr>Final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Jhawar</dc:creator>
  <cp:lastModifiedBy>Priya Jhawar</cp:lastModifiedBy>
  <cp:revision>2</cp:revision>
  <dcterms:created xsi:type="dcterms:W3CDTF">2025-11-24T22:46:38Z</dcterms:created>
  <dcterms:modified xsi:type="dcterms:W3CDTF">2025-11-28T00:16:34Z</dcterms:modified>
</cp:coreProperties>
</file>